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51E1C-155D-D3F3-F232-6D9E1CDD9C7C}" v="1015" dt="2026-06-10T04:19:06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RGigov25/Chess-clu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ru-RU" b="1">
                <a:solidFill>
                  <a:schemeClr val="tx2"/>
                </a:solidFill>
              </a:rPr>
              <a:t>КЛУБ ПО ШАХ</a:t>
            </a:r>
            <a:endParaRPr lang="ru-RU">
              <a:solidFill>
                <a:schemeClr val="tx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3600" b="1">
                <a:solidFill>
                  <a:schemeClr val="tx2"/>
                </a:solidFill>
                <a:ea typeface="+mn-lt"/>
                <a:cs typeface="+mn-lt"/>
              </a:rPr>
              <a:t>"Lumina"</a:t>
            </a:r>
            <a:endParaRPr lang="ru-RU" sz="2800" b="1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8DB5A-2393-35C7-6221-1FE4551F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ru-RU" b="1">
                <a:solidFill>
                  <a:schemeClr val="tx2"/>
                </a:solidFill>
              </a:rPr>
              <a:t>СЪДЪРЖАНИЕ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E50F0B-DDCC-D86A-3109-692DBD77D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765" y="2475071"/>
            <a:ext cx="5709721" cy="24308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Автори</a:t>
            </a: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Резюме на проекта</a:t>
            </a: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Цели на сайта</a:t>
            </a: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Карта на сайта</a:t>
            </a: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Използвани технологии</a:t>
            </a: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GitHub repository</a:t>
            </a: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Разпределение на задачите</a:t>
            </a: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Използвани изображения и източници</a:t>
            </a:r>
            <a:endParaRPr lang="ru-RU" sz="3200" b="1" i="1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ru-RU" sz="2400" b="1" i="1">
                <a:solidFill>
                  <a:schemeClr val="tx2">
                    <a:lumMod val="90000"/>
                    <a:lumOff val="10000"/>
                  </a:schemeClr>
                </a:solidFill>
              </a:rPr>
              <a:t>Заключение</a:t>
            </a:r>
            <a:br>
              <a:rPr lang="ru-RU" sz="2400" b="1">
                <a:solidFill>
                  <a:schemeClr val="tx2"/>
                </a:solidFill>
              </a:rPr>
            </a:br>
            <a:endParaRPr lang="ru-RU" sz="3200" b="1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092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E082E-4BC6-BCF3-7CA2-E5868D8F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ru-RU" sz="4800" b="1">
                <a:solidFill>
                  <a:schemeClr val="tx2"/>
                </a:solidFill>
              </a:rPr>
              <a:t>Автори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83AF2E-7B7A-CB8D-150D-8A5DFC78E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ru-RU" sz="2400">
                <a:solidFill>
                  <a:schemeClr val="tx2"/>
                </a:solidFill>
              </a:rPr>
              <a:t>Мария Романова Баранова -  Team Leader</a:t>
            </a:r>
          </a:p>
          <a:p>
            <a:pPr marL="457200" indent="-457200">
              <a:buAutoNum type="arabicPeriod"/>
            </a:pPr>
            <a:r>
              <a:rPr lang="ru-RU" sz="2400">
                <a:solidFill>
                  <a:schemeClr val="tx2"/>
                </a:solidFill>
              </a:rPr>
              <a:t>Ивален Георгиев Попов - HTML developer</a:t>
            </a:r>
          </a:p>
          <a:p>
            <a:pPr marL="457200" indent="-457200">
              <a:buAutoNum type="arabicPeriod"/>
            </a:pPr>
            <a:r>
              <a:rPr lang="ru-RU" sz="2400">
                <a:solidFill>
                  <a:schemeClr val="tx2"/>
                </a:solidFill>
              </a:rPr>
              <a:t>Констанин Русенов Гигов - CSS developer</a:t>
            </a:r>
          </a:p>
          <a:p>
            <a:pPr marL="457200" indent="-457200">
              <a:buAutoNum type="arabicPeriod"/>
            </a:pPr>
            <a:r>
              <a:rPr lang="ru-RU" sz="2400">
                <a:solidFill>
                  <a:schemeClr val="tx2"/>
                </a:solidFill>
              </a:rPr>
              <a:t>Кристиян Димов Чобанов - Designer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358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025E8-87A4-5B7B-8BC1-3A56AEF3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ru-RU" sz="4000">
                <a:solidFill>
                  <a:schemeClr val="tx2"/>
                </a:solidFill>
              </a:rPr>
              <a:t>РЕЗЮМЕ НА ПРОЕКТА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5B62BA-6360-0B4B-77BC-CAD2D323C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>
                <a:solidFill>
                  <a:schemeClr val="tx2"/>
                </a:solidFill>
                <a:ea typeface="+mn-lt"/>
                <a:cs typeface="+mn-lt"/>
              </a:rPr>
              <a:t>Проектът представлява уебсайт, създаден с цел да предоставя лесен достъп до информация и удобна навигация за потребителите. Сайтът е разработен с модерни уеб технологии и предлага интуитивен интерфейс, бърза работа и адаптивен дизайн за различни устройства.</a:t>
            </a:r>
            <a:endParaRPr lang="ru-RU" b="1">
              <a:solidFill>
                <a:schemeClr val="tx2"/>
              </a:solidFill>
            </a:endParaRPr>
          </a:p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168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3C5BB-E1FE-C69A-0F3F-18FCA1845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ru-RU" sz="4000">
                <a:solidFill>
                  <a:schemeClr val="tx2"/>
                </a:solidFill>
              </a:rPr>
              <a:t>ЦЕЛИ НА САЙТА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E1377-5150-D314-6820-60CBF4340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020" y="2982295"/>
            <a:ext cx="9833548" cy="24572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>
                <a:solidFill>
                  <a:schemeClr val="tx2"/>
                </a:solidFill>
                <a:ea typeface="+mn-lt"/>
                <a:cs typeface="+mn-lt"/>
              </a:rPr>
              <a:t>Проектът представлява уебсайт, създаден с цел да предоставя лесен достъп до информация и удобна навигация за потребителите. Сайтът е разработен с модерни уеб технологии и предлага интуитивен интерфейс, бърза работа и адаптивен дизайн за различни устройства.</a:t>
            </a:r>
            <a:endParaRPr lang="ru-RU" sz="2000">
              <a:solidFill>
                <a:schemeClr val="tx2"/>
              </a:solidFill>
            </a:endParaRPr>
          </a:p>
          <a:p>
            <a:r>
              <a:rPr lang="ru-RU" sz="2000">
                <a:solidFill>
                  <a:schemeClr val="tx2"/>
                </a:solidFill>
                <a:ea typeface="+mn-lt"/>
                <a:cs typeface="+mn-lt"/>
              </a:rPr>
              <a:t>Представяне на шахматния клуб.</a:t>
            </a:r>
            <a:endParaRPr lang="ru-RU" sz="2000">
              <a:solidFill>
                <a:schemeClr val="tx2"/>
              </a:solidFill>
            </a:endParaRPr>
          </a:p>
          <a:p>
            <a:r>
              <a:rPr lang="ru-RU" sz="2000">
                <a:solidFill>
                  <a:schemeClr val="tx2"/>
                </a:solidFill>
                <a:ea typeface="+mn-lt"/>
                <a:cs typeface="+mn-lt"/>
              </a:rPr>
              <a:t>Популяризиране на шахмата сред ученици и любители.</a:t>
            </a:r>
            <a:endParaRPr lang="ru-RU" sz="2000">
              <a:solidFill>
                <a:schemeClr val="tx2"/>
              </a:solidFill>
            </a:endParaRPr>
          </a:p>
          <a:p>
            <a:r>
              <a:rPr lang="ru-RU" sz="2000">
                <a:solidFill>
                  <a:schemeClr val="tx2"/>
                </a:solidFill>
                <a:ea typeface="+mn-lt"/>
                <a:cs typeface="+mn-lt"/>
              </a:rPr>
              <a:t>Предоставяне на информация за турнири и събития.</a:t>
            </a:r>
            <a:endParaRPr lang="ru-RU" sz="2000">
              <a:solidFill>
                <a:schemeClr val="tx2"/>
              </a:solidFill>
            </a:endParaRPr>
          </a:p>
          <a:p>
            <a:r>
              <a:rPr lang="ru-RU" sz="2000">
                <a:solidFill>
                  <a:schemeClr val="tx2"/>
                </a:solidFill>
                <a:ea typeface="+mn-lt"/>
                <a:cs typeface="+mn-lt"/>
              </a:rPr>
              <a:t>Улесняване на комуникацията между членовете на клуба.</a:t>
            </a:r>
            <a:endParaRPr lang="ru-RU" sz="2000">
              <a:solidFill>
                <a:schemeClr val="tx2"/>
              </a:solidFill>
            </a:endParaRPr>
          </a:p>
          <a:p>
            <a:r>
              <a:rPr lang="ru-RU" sz="2000">
                <a:solidFill>
                  <a:schemeClr val="tx2"/>
                </a:solidFill>
                <a:ea typeface="+mn-lt"/>
                <a:cs typeface="+mn-lt"/>
              </a:rPr>
              <a:t>Създаване на модерна и удобна онлайн платформа.</a:t>
            </a:r>
            <a:endParaRPr lang="ru-RU" sz="2000">
              <a:solidFill>
                <a:schemeClr val="tx2"/>
              </a:solidFill>
            </a:endParaRPr>
          </a:p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81E92-947C-0E8B-D071-9AF014D12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ru-RU" sz="4000">
                <a:solidFill>
                  <a:schemeClr val="tx2"/>
                </a:solidFill>
              </a:rPr>
              <a:t>КАРТА НА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E7856-1DB5-B1CD-EB05-8F9ADE99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2" y="2475071"/>
            <a:ext cx="5709721" cy="2430864"/>
          </a:xfrm>
        </p:spPr>
        <p:txBody>
          <a:bodyPr anchor="t">
            <a:normAutofit fontScale="77500" lnSpcReduction="20000"/>
          </a:bodyPr>
          <a:lstStyle/>
          <a:p>
            <a:pPr marL="0" indent="0" algn="ctr">
              <a:buNone/>
            </a:pPr>
            <a:endParaRPr lang="ru-RU" sz="20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3600" b="1" i="1">
                <a:solidFill>
                  <a:schemeClr val="tx2"/>
                </a:solidFill>
              </a:rPr>
              <a:t>Начало</a:t>
            </a:r>
          </a:p>
          <a:p>
            <a:pPr marL="0" indent="0">
              <a:buNone/>
            </a:pPr>
            <a:r>
              <a:rPr lang="ru-RU" sz="3600" b="1" i="1">
                <a:solidFill>
                  <a:schemeClr val="tx2"/>
                </a:solidFill>
              </a:rPr>
              <a:t>За клуба</a:t>
            </a:r>
          </a:p>
          <a:p>
            <a:pPr marL="0" indent="0">
              <a:buNone/>
            </a:pPr>
            <a:r>
              <a:rPr lang="ru-RU" sz="3600" b="1" i="1">
                <a:solidFill>
                  <a:schemeClr val="tx2"/>
                </a:solidFill>
              </a:rPr>
              <a:t>Събития</a:t>
            </a:r>
          </a:p>
          <a:p>
            <a:pPr marL="0" indent="0">
              <a:buNone/>
            </a:pPr>
            <a:r>
              <a:rPr lang="ru-RU" sz="3600" b="1" i="1">
                <a:solidFill>
                  <a:schemeClr val="tx2"/>
                </a:solidFill>
              </a:rPr>
              <a:t>Галерия</a:t>
            </a:r>
          </a:p>
          <a:p>
            <a:pPr marL="0" indent="0">
              <a:buNone/>
            </a:pPr>
            <a:r>
              <a:rPr lang="ru-RU" sz="3600" b="1" i="1">
                <a:solidFill>
                  <a:schemeClr val="tx2"/>
                </a:solidFill>
              </a:rPr>
              <a:t>Контакти и Записване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949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8751B-164F-B463-8924-493DA7FBE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ru-RU" sz="4000">
                <a:solidFill>
                  <a:schemeClr val="tx2"/>
                </a:solidFill>
              </a:rPr>
              <a:t>ИЗПОЛЗВАНИ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BD8C1-EA4F-E3EE-9A24-FD24E38D6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8000" y="2631954"/>
            <a:ext cx="5709721" cy="24308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ru-RU" b="1">
              <a:solidFill>
                <a:schemeClr val="tx2"/>
              </a:solidFill>
            </a:endParaRPr>
          </a:p>
          <a:p>
            <a:r>
              <a:rPr lang="ru-RU" b="1">
                <a:solidFill>
                  <a:schemeClr val="tx2"/>
                </a:solidFill>
              </a:rPr>
              <a:t>Online Studio Code</a:t>
            </a:r>
          </a:p>
          <a:p>
            <a:r>
              <a:rPr lang="ru-RU" b="1">
                <a:solidFill>
                  <a:schemeClr val="tx2"/>
                </a:solidFill>
              </a:rPr>
              <a:t>PowerPoint</a:t>
            </a:r>
          </a:p>
          <a:p>
            <a:r>
              <a:rPr lang="ru-RU" b="1">
                <a:solidFill>
                  <a:schemeClr val="tx2"/>
                </a:solidFill>
              </a:rPr>
              <a:t>Word</a:t>
            </a:r>
            <a:endParaRPr lang="ru-RU" sz="2000" b="1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6365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43572-DCE0-2C5A-05CE-896BD54D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ru-RU" sz="4000">
                <a:solidFill>
                  <a:schemeClr val="tx2"/>
                </a:solidFill>
              </a:rPr>
              <a:t>GITHUB REPOSITORY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5BFE7-EA61-952F-903D-1E81BA30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ru-RU" sz="2000" b="1">
                <a:solidFill>
                  <a:schemeClr val="tx2"/>
                </a:solidFill>
                <a:ea typeface="+mn-lt"/>
                <a:cs typeface="+mn-lt"/>
              </a:rPr>
              <a:t> Проектът е публикуван в GitHub repository.</a:t>
            </a:r>
            <a:endParaRPr lang="ru-RU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2000" b="1">
                <a:solidFill>
                  <a:schemeClr val="tx2"/>
                </a:solidFill>
                <a:ea typeface="+mn-lt"/>
                <a:cs typeface="+mn-lt"/>
              </a:rPr>
              <a:t>Предимства:</a:t>
            </a:r>
            <a:endParaRPr lang="ru-RU" sz="2000" b="1">
              <a:solidFill>
                <a:schemeClr val="tx2"/>
              </a:solidFill>
            </a:endParaRPr>
          </a:p>
          <a:p>
            <a:r>
              <a:rPr lang="ru-RU" sz="2000" b="1">
                <a:solidFill>
                  <a:schemeClr val="tx2"/>
                </a:solidFill>
                <a:ea typeface="+mn-lt"/>
                <a:cs typeface="+mn-lt"/>
              </a:rPr>
              <a:t>Съхранение на кода онлайн</a:t>
            </a:r>
            <a:endParaRPr lang="ru-RU" sz="2000" b="1">
              <a:solidFill>
                <a:schemeClr val="tx2"/>
              </a:solidFill>
            </a:endParaRPr>
          </a:p>
          <a:p>
            <a:r>
              <a:rPr lang="ru-RU" sz="2000" b="1">
                <a:solidFill>
                  <a:schemeClr val="tx2"/>
                </a:solidFill>
                <a:ea typeface="+mn-lt"/>
                <a:cs typeface="+mn-lt"/>
              </a:rPr>
              <a:t>Проследяване на направените промени</a:t>
            </a:r>
            <a:endParaRPr lang="ru-RU" sz="2000" b="1">
              <a:solidFill>
                <a:schemeClr val="tx2"/>
              </a:solidFill>
            </a:endParaRPr>
          </a:p>
          <a:p>
            <a:r>
              <a:rPr lang="ru-RU" sz="2000" b="1">
                <a:solidFill>
                  <a:schemeClr val="tx2"/>
                </a:solidFill>
                <a:ea typeface="+mn-lt"/>
                <a:cs typeface="+mn-lt"/>
              </a:rPr>
              <a:t>Работа в екип</a:t>
            </a:r>
            <a:endParaRPr lang="ru-RU" sz="2000" b="1">
              <a:solidFill>
                <a:schemeClr val="tx2"/>
              </a:solidFill>
            </a:endParaRPr>
          </a:p>
          <a:p>
            <a:r>
              <a:rPr lang="ru-RU" sz="2000" b="1">
                <a:solidFill>
                  <a:schemeClr val="tx2"/>
                </a:solidFill>
                <a:ea typeface="+mn-lt"/>
                <a:cs typeface="+mn-lt"/>
              </a:rPr>
              <a:t>Лесно обновяване на проекта</a:t>
            </a:r>
            <a:endParaRPr lang="ru-RU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2000" b="1">
                <a:solidFill>
                  <a:schemeClr val="tx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Линк към репозиторито</a:t>
            </a:r>
            <a:r>
              <a:rPr lang="ru-RU" sz="2000" b="1">
                <a:solidFill>
                  <a:schemeClr val="tx2"/>
                </a:solidFill>
                <a:ea typeface="+mn-lt"/>
                <a:cs typeface="+mn-lt"/>
              </a:rPr>
              <a:t> </a:t>
            </a:r>
            <a:endParaRPr lang="ru-RU" sz="2000">
              <a:solidFill>
                <a:schemeClr val="tx2"/>
              </a:solidFill>
            </a:endParaRPr>
          </a:p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554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2FF69E-54E1-3F96-BC77-40AA9F3A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ru-RU" sz="4000">
                <a:solidFill>
                  <a:schemeClr val="tx2"/>
                </a:solidFill>
              </a:rPr>
              <a:t>РАЗПРЕДЕЛЕНИЕ НА ЗАДАЧИТЕ</a:t>
            </a:r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413A7E-7F6C-BAB3-10D2-81A315FDA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000">
                <a:solidFill>
                  <a:schemeClr val="tx2"/>
                </a:solidFill>
              </a:rPr>
              <a:t>Team Leader:                                                                                        Designer:</a:t>
            </a:r>
          </a:p>
          <a:p>
            <a:pPr marL="0" indent="0">
              <a:buNone/>
            </a:pPr>
            <a:r>
              <a:rPr lang="ru-RU" sz="2000">
                <a:solidFill>
                  <a:schemeClr val="tx2"/>
                </a:solidFill>
              </a:rPr>
              <a:t>Създаване на документацията                                                 Дизайн и стилове</a:t>
            </a:r>
          </a:p>
          <a:p>
            <a:pPr marL="0" indent="0">
              <a:buNone/>
            </a:pPr>
            <a:r>
              <a:rPr lang="ru-RU" sz="2000">
                <a:solidFill>
                  <a:schemeClr val="tx2"/>
                </a:solidFill>
              </a:rPr>
              <a:t>Създаване на презентацията                                                    Обработка на изображения</a:t>
            </a:r>
          </a:p>
          <a:p>
            <a:pPr marL="0" indent="0">
              <a:buNone/>
            </a:pPr>
            <a:endParaRPr lang="ru-RU" sz="20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2000">
                <a:solidFill>
                  <a:schemeClr val="tx2"/>
                </a:solidFill>
              </a:rPr>
              <a:t>HTML Developer:                                                                                 CSS Developer:</a:t>
            </a:r>
          </a:p>
          <a:p>
            <a:pPr marL="0" indent="0">
              <a:buNone/>
            </a:pPr>
            <a:r>
              <a:rPr lang="ru-RU" sz="2000">
                <a:solidFill>
                  <a:schemeClr val="tx2"/>
                </a:solidFill>
              </a:rPr>
              <a:t>Създаване на HTML структурата                                              Тестване и корекции</a:t>
            </a:r>
          </a:p>
          <a:p>
            <a:pPr marL="0" indent="0">
              <a:buNone/>
            </a:pPr>
            <a:r>
              <a:rPr lang="ru-RU" sz="2000">
                <a:solidFill>
                  <a:schemeClr val="tx2"/>
                </a:solidFill>
              </a:rPr>
              <a:t>Добавяне на съдържание                                                            Оформяне на дизайна със CSS</a:t>
            </a:r>
          </a:p>
        </p:txBody>
      </p:sp>
      <p:grpSp>
        <p:nvGrpSpPr>
          <p:cNvPr id="27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2565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C67AD-3FD6-DCBC-C3FB-A1F7F7B4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ru-RU" sz="4000">
                <a:solidFill>
                  <a:schemeClr val="tx2"/>
                </a:solidFill>
              </a:rPr>
              <a:t>ИЗПОЛЗВАНИ ИЗОБРАЖЕНИЯ И ИЗТОЧНИЦИ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EE1E1-E961-78BF-282C-1CD67C0A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ru-RU" b="1">
                <a:solidFill>
                  <a:schemeClr val="tx2"/>
                </a:solidFill>
              </a:rPr>
              <a:t>Google</a:t>
            </a:r>
          </a:p>
          <a:p>
            <a:r>
              <a:rPr lang="ru-RU" b="1">
                <a:solidFill>
                  <a:schemeClr val="tx2"/>
                </a:solidFill>
              </a:rPr>
              <a:t>Gemini</a:t>
            </a:r>
            <a:endParaRPr lang="en-US" b="1">
              <a:solidFill>
                <a:srgbClr val="000000"/>
              </a:solidFill>
            </a:endParaRPr>
          </a:p>
          <a:p>
            <a:r>
              <a:rPr lang="ru-RU" b="1">
                <a:solidFill>
                  <a:schemeClr val="tx2"/>
                </a:solidFill>
              </a:rPr>
              <a:t>ChatGPT</a:t>
            </a:r>
            <a:endParaRPr lang="en-US" b="1">
              <a:solidFill>
                <a:srgbClr val="000000"/>
              </a:solidFill>
            </a:endParaRPr>
          </a:p>
          <a:p>
            <a:r>
              <a:rPr lang="ru-RU" b="1">
                <a:solidFill>
                  <a:schemeClr val="tx2"/>
                </a:solidFill>
              </a:rPr>
              <a:t>W3Schools</a:t>
            </a:r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405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7C9AB-3F9A-E1DC-9B99-516B0CDF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ru-RU" sz="3600">
                <a:solidFill>
                  <a:schemeClr val="tx2"/>
                </a:solidFill>
              </a:rPr>
              <a:t>ЗАКЛЮЧЕНИЕ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0B0E1E-35D9-C26B-EAE7-CDF43DE0C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465" y="815878"/>
            <a:ext cx="5221224" cy="523036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ru-RU" sz="18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800" b="1">
                <a:solidFill>
                  <a:schemeClr val="tx2"/>
                </a:solidFill>
                <a:ea typeface="+mn-lt"/>
                <a:cs typeface="+mn-lt"/>
              </a:rPr>
              <a:t>Създадохме модерен и функционален уебсайт за шахматен клуб, който предоставя полезна информация за посетителите и членовете на клуба.</a:t>
            </a:r>
            <a:endParaRPr lang="ru-RU" sz="18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tx2"/>
                </a:solidFill>
                <a:ea typeface="+mn-lt"/>
                <a:cs typeface="+mn-lt"/>
              </a:rPr>
              <a:t>                         </a:t>
            </a:r>
            <a:r>
              <a:rPr lang="ru-RU" sz="1800" u="sng">
                <a:solidFill>
                  <a:schemeClr val="tx2"/>
                </a:solidFill>
                <a:ea typeface="+mn-lt"/>
                <a:cs typeface="+mn-lt"/>
              </a:rPr>
              <a:t>Постигнати резултати:</a:t>
            </a:r>
            <a:endParaRPr lang="ru-RU" sz="1800" u="sng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Изграден работещ уебсайт</a:t>
            </a:r>
            <a:endParaRPr lang="ru-RU" sz="180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Приложени знания по HTML с„и CSS</a:t>
            </a:r>
            <a:endParaRPr lang="ru-RU" sz="180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Подобрени умения за работа в екип</a:t>
            </a:r>
            <a:endParaRPr lang="ru-RU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tx2"/>
                </a:solidFill>
                <a:ea typeface="+mn-lt"/>
                <a:cs typeface="+mn-lt"/>
              </a:rPr>
              <a:t>                           </a:t>
            </a:r>
            <a:r>
              <a:rPr lang="ru-RU" sz="1800" u="sng">
                <a:solidFill>
                  <a:schemeClr val="tx2"/>
                </a:solidFill>
                <a:ea typeface="+mn-lt"/>
                <a:cs typeface="+mn-lt"/>
              </a:rPr>
              <a:t>Бъдещо развитие:</a:t>
            </a:r>
            <a:endParaRPr lang="ru-RU" sz="1800" u="sng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Онлайн записване за турнири</a:t>
            </a:r>
            <a:endParaRPr lang="ru-RU" sz="180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Потребителски профили</a:t>
            </a:r>
            <a:endParaRPr lang="ru-RU" sz="180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Шахматни уроци и задачи</a:t>
            </a:r>
            <a:endParaRPr lang="ru-RU" sz="1800">
              <a:solidFill>
                <a:schemeClr val="tx2"/>
              </a:solidFill>
            </a:endParaRPr>
          </a:p>
          <a:p>
            <a:r>
              <a:rPr lang="ru-RU" sz="1800">
                <a:solidFill>
                  <a:schemeClr val="tx2"/>
                </a:solidFill>
                <a:ea typeface="+mn-lt"/>
                <a:cs typeface="+mn-lt"/>
              </a:rPr>
              <a:t>Календар на събитията</a:t>
            </a:r>
            <a:endParaRPr lang="ru-RU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ru-RU" sz="2400" b="1">
                <a:solidFill>
                  <a:schemeClr val="tx2"/>
                </a:solidFill>
                <a:ea typeface="+mn-lt"/>
                <a:cs typeface="+mn-lt"/>
              </a:rPr>
              <a:t>Благодарим за вниманието! </a:t>
            </a:r>
            <a:endParaRPr lang="ru-RU" sz="2400" b="1">
              <a:solidFill>
                <a:schemeClr val="tx2"/>
              </a:solidFill>
            </a:endParaRP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0605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11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КЛУБ ПО ШАХ</vt:lpstr>
      <vt:lpstr>СЪДЪРЖАНИЕ</vt:lpstr>
      <vt:lpstr>Автори</vt:lpstr>
      <vt:lpstr>РЕЗЮМЕ НА ПРОЕКТА</vt:lpstr>
      <vt:lpstr>ЦЕЛИ НА САЙТА</vt:lpstr>
      <vt:lpstr>КАРТА НА САЙТА</vt:lpstr>
      <vt:lpstr>ИЗПОЛЗВАНИ ТЕХНОЛОГИИ</vt:lpstr>
      <vt:lpstr>GITHUB REPOSITORY</vt:lpstr>
      <vt:lpstr>РАЗПРЕДЕЛЕНИЕ НА ЗАДАЧИТЕ</vt:lpstr>
      <vt:lpstr>ИЗПОЛЗВАНИ ИЗОБРАЖЕНИЯ И ИЗТОЧНИЦИ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</cp:revision>
  <dcterms:created xsi:type="dcterms:W3CDTF">2026-06-07T10:46:54Z</dcterms:created>
  <dcterms:modified xsi:type="dcterms:W3CDTF">2026-06-10T04:19:30Z</dcterms:modified>
</cp:coreProperties>
</file>